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Faluyi" userId="bcad648edf37f71b" providerId="LiveId" clId="{B4BA0403-5AD1-443C-8DFB-64A64C8133C3}"/>
    <pc:docChg chg="modSld">
      <pc:chgData name="Samuel Faluyi" userId="bcad648edf37f71b" providerId="LiveId" clId="{B4BA0403-5AD1-443C-8DFB-64A64C8133C3}" dt="2026-04-28T21:07:02.030" v="148" actId="20577"/>
      <pc:docMkLst>
        <pc:docMk/>
      </pc:docMkLst>
      <pc:sldChg chg="addSp modSp mod">
        <pc:chgData name="Samuel Faluyi" userId="bcad648edf37f71b" providerId="LiveId" clId="{B4BA0403-5AD1-443C-8DFB-64A64C8133C3}" dt="2026-04-28T20:12:48.046" v="3" actId="14100"/>
        <pc:sldMkLst>
          <pc:docMk/>
          <pc:sldMk cId="367162506" sldId="256"/>
        </pc:sldMkLst>
        <pc:picChg chg="add mod">
          <ac:chgData name="Samuel Faluyi" userId="bcad648edf37f71b" providerId="LiveId" clId="{B4BA0403-5AD1-443C-8DFB-64A64C8133C3}" dt="2026-04-28T20:12:48.046" v="3" actId="14100"/>
          <ac:picMkLst>
            <pc:docMk/>
            <pc:sldMk cId="367162506" sldId="256"/>
            <ac:picMk id="5" creationId="{92DFE5D6-E757-0766-0F52-C0914D052F27}"/>
          </ac:picMkLst>
        </pc:picChg>
      </pc:sldChg>
      <pc:sldChg chg="modSp mod">
        <pc:chgData name="Samuel Faluyi" userId="bcad648edf37f71b" providerId="LiveId" clId="{B4BA0403-5AD1-443C-8DFB-64A64C8133C3}" dt="2026-04-28T21:07:02.030" v="148" actId="20577"/>
        <pc:sldMkLst>
          <pc:docMk/>
          <pc:sldMk cId="1185123015" sldId="262"/>
        </pc:sldMkLst>
        <pc:spChg chg="mod">
          <ac:chgData name="Samuel Faluyi" userId="bcad648edf37f71b" providerId="LiveId" clId="{B4BA0403-5AD1-443C-8DFB-64A64C8133C3}" dt="2026-04-28T20:24:16.772" v="15" actId="20577"/>
          <ac:spMkLst>
            <pc:docMk/>
            <pc:sldMk cId="1185123015" sldId="262"/>
            <ac:spMk id="2" creationId="{CA5B060B-4419-D346-21DB-172540368973}"/>
          </ac:spMkLst>
        </pc:spChg>
        <pc:spChg chg="mod">
          <ac:chgData name="Samuel Faluyi" userId="bcad648edf37f71b" providerId="LiveId" clId="{B4BA0403-5AD1-443C-8DFB-64A64C8133C3}" dt="2026-04-28T21:07:02.030" v="148" actId="20577"/>
          <ac:spMkLst>
            <pc:docMk/>
            <pc:sldMk cId="1185123015" sldId="262"/>
            <ac:spMk id="3" creationId="{9FD02920-B6E3-9825-D853-83FF25626C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BF08-B1EE-EB3F-BD10-FB746D43B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D2248-D9D3-DABA-8277-0176330D6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C2CF-D885-4065-67C5-838BCC78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1870-3E74-999F-3829-95251642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3BEF-37DD-904F-27CD-258CAA3E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0DEC-832F-57C2-F233-7381F676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634CB-1A95-AEA2-2E64-FAF539FEE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83A6F-180B-3D8C-6226-520FA3E3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5883-B1FA-DDF2-1858-D980681F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BEF70-6B99-846C-97FA-5EB6B05A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4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6105-4576-55ED-D14A-8813A02E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400BB-E6DF-8527-4E65-DF97A849B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84A05-DEEE-AD51-A063-232CFCC9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C4A5C-C283-A9EA-880D-94857619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CAD2E-8856-84EE-5D44-E17C72AB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1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06AD-706C-28DB-F6AE-E3F39E0F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53390-0D84-FC36-C615-B6DCE4475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F072E-8251-D4D6-4125-1C8ED8D18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9CEE4-543D-5EBE-4EAD-6C43FCF7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523E0-297B-1B57-5FD6-73DD0A12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AF132-DAB1-AED7-8521-7EDC109FB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DEF7-2DE3-729C-0FC6-F21AB2FF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1787F-784A-248B-474B-596A47902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45053-D193-EBF3-79AF-BEA1D6D4A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6CDABF-149B-E9C6-0A62-FBCAE081A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5F86-643E-8852-6591-1171023A1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8D78B-4BC8-AB6F-A839-6C5A226E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D72CA-F8A7-73CF-EC54-32FE9EBF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ABF79-FDF9-28DA-6D39-9EABF71B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5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6B5C-673C-D8DE-E47B-C43DBDCC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46A62-27DC-F4FC-E6C4-8E686EBB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F3EE9-09A9-3D16-AC8B-C8C8311C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BEA80-E186-E49A-08E7-70E35F10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7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153A7-7FE2-CDF9-DBA6-2C017DE0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BB7F0-3DB7-8EE3-9DA5-3C736E3C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DC442-A87D-5AAE-0465-D4955643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3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698D-2012-979F-2E8C-06B88777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5E293-4941-9895-98A4-EDB6B9F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C9905-8DF9-0A87-5A6E-A579ADBF7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1228E-262B-75C0-5053-3434522C4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0187B-6653-4CBD-57B6-A7A10C65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4E646-A6EA-24AC-B6D6-80F4138E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3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F349-7E9E-2312-EE98-FED7491F1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0A277-F380-E5F1-66A7-8A8DDAA15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9259C-DCF3-80B3-C557-54825CE52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52602-0892-B3A8-A9E2-24E62F42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2A92C-80D7-6ED4-FB4C-22FDA13FA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4A4E4-3928-3E36-EC6E-D1FA8C41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5602-CD49-9EAE-DE38-7EC73F21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0EF0D-C38C-F8DD-A84B-2CBB3F6CD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36996-B7AE-DBB3-E6B0-DC175C71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D107C-4B95-D10D-D73C-4C5F2006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1AD6B-AC6B-76DB-6A36-DE985D6C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2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56BDE1-3750-BD31-B02C-097771D36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E03E3-A4B5-EF4C-82F4-FEE41417C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EFE96-5879-04DB-0351-B6FACC3C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981D-51E5-1890-B722-7409E141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41DB7-1DFD-8BE9-B138-D1D20C707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8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7C874C-BBAF-5464-50D3-202FBCEDC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D5176-8535-9A5A-6634-2E3B14B27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A043-9185-05F1-1B49-8FC77DB2E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013BA-C91B-464D-9009-FCE924680DE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C6540-77E1-69DA-35AC-61E92FD27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125F-9A59-B1BA-A3A9-5CEE187BB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CF687-40EB-4A49-A31C-B3DBBD53C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2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pn.com.au/college-baseball/game/_/gameId/401853608/mtsu-sam-houst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DF9E-0A20-F6FF-E103-AF3CC7D413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Predictive Analytics for Community Blood Supply Optimization ACE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6BA2B-9DD4-F4D2-5400-4B4356541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Afolarin Faluyi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FE5D6-E757-0766-0F52-C0914D052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920314"/>
            <a:ext cx="3937686" cy="39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2CC6-94F3-8C0E-86F1-82A232E5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Partnership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D20D-9F38-C9E3-2B88-CC2BE0CC4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plan is to be partnered with the </a:t>
            </a:r>
            <a:r>
              <a:rPr lang="en-US" b="1" dirty="0"/>
              <a:t>Huntsville Regional Health Center</a:t>
            </a:r>
            <a:r>
              <a:rPr lang="en-US" dirty="0"/>
              <a:t>. With the plan of transforming raw donor logs into a predictive tool to prevent blood shortages in the Walker County area.</a:t>
            </a:r>
          </a:p>
        </p:txBody>
      </p:sp>
    </p:spTree>
    <p:extLst>
      <p:ext uri="{BB962C8B-B14F-4D97-AF65-F5344CB8AC3E}">
        <p14:creationId xmlns:p14="http://schemas.microsoft.com/office/powerpoint/2010/main" val="1408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0079-AB45-42DA-15A5-88742535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D02E-2457-18DB-96E7-D92554F4E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Recently the  Huntsville center faced "Emergency Appeals" due to unpredictable blood supply and a 20% "churn rate" (donors who donate once and never return).</a:t>
            </a:r>
          </a:p>
          <a:p>
            <a:r>
              <a:rPr lang="en-US" dirty="0"/>
              <a:t>The solution I believe I can supply by using Python to identify at-risk donors </a:t>
            </a:r>
            <a:r>
              <a:rPr lang="en-US" i="1" dirty="0"/>
              <a:t>before</a:t>
            </a:r>
            <a:r>
              <a:rPr lang="en-US" dirty="0"/>
              <a:t> they lapse.</a:t>
            </a:r>
          </a:p>
        </p:txBody>
      </p:sp>
    </p:spTree>
    <p:extLst>
      <p:ext uri="{BB962C8B-B14F-4D97-AF65-F5344CB8AC3E}">
        <p14:creationId xmlns:p14="http://schemas.microsoft.com/office/powerpoint/2010/main" val="2972614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A6E0-49CE-3ED6-E31D-45F18622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Ethics &amp; Privacy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29827-1860-24FA-3EF9-320C77B0D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implemented a "Hashing &amp; Dropping" pipeline. Names and Phone numbers were removed </a:t>
            </a:r>
            <a:r>
              <a:rPr lang="en-US" i="1" dirty="0"/>
              <a:t>before</a:t>
            </a:r>
            <a:r>
              <a:rPr lang="en-US" dirty="0"/>
              <a:t> analysis. I used </a:t>
            </a:r>
            <a:r>
              <a:rPr lang="en-US" dirty="0" err="1"/>
              <a:t>donor_id</a:t>
            </a:r>
            <a:r>
              <a:rPr lang="en-US" dirty="0"/>
              <a:t> for tracking without compromising identity.</a:t>
            </a:r>
          </a:p>
        </p:txBody>
      </p:sp>
    </p:spTree>
    <p:extLst>
      <p:ext uri="{BB962C8B-B14F-4D97-AF65-F5344CB8AC3E}">
        <p14:creationId xmlns:p14="http://schemas.microsoft.com/office/powerpoint/2010/main" val="166226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9463-69E3-26A5-B707-7224D660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Donor Demographics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3B0B37-1086-CBB2-1838-2D331E003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7720" y="1825625"/>
            <a:ext cx="68765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7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C8B2-4A16-47A1-5472-D84380AB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6A3F-10AA-1ABE-23EF-50EE1B23B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1: Relocate mobile units to campus during midterms (high engagement).</a:t>
            </a:r>
          </a:p>
          <a:p>
            <a:r>
              <a:rPr lang="en-US" dirty="0"/>
              <a:t>Point 2: Implement an Blood specific "Hero Alert."</a:t>
            </a:r>
          </a:p>
        </p:txBody>
      </p:sp>
    </p:spTree>
    <p:extLst>
      <p:ext uri="{BB962C8B-B14F-4D97-AF65-F5344CB8AC3E}">
        <p14:creationId xmlns:p14="http://schemas.microsoft.com/office/powerpoint/2010/main" val="294472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060B-4419-D346-21DB-17254036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02920-B6E3-9825-D853-83FF25626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conclusion this details can be used to save lives because all the data will be organized neatly for the blood bank to use.</a:t>
            </a:r>
          </a:p>
        </p:txBody>
      </p:sp>
    </p:spTree>
    <p:extLst>
      <p:ext uri="{BB962C8B-B14F-4D97-AF65-F5344CB8AC3E}">
        <p14:creationId xmlns:p14="http://schemas.microsoft.com/office/powerpoint/2010/main" val="1185123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189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Predictive Analytics for Community Blood Supply Optimization ACE Project</vt:lpstr>
      <vt:lpstr>Partnership Plan</vt:lpstr>
      <vt:lpstr>Problem Statement</vt:lpstr>
      <vt:lpstr>Data Ethics &amp; Privacy </vt:lpstr>
      <vt:lpstr>Donor Demographics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Faluyi</dc:creator>
  <cp:lastModifiedBy>Samuel Faluyi</cp:lastModifiedBy>
  <cp:revision>1</cp:revision>
  <dcterms:created xsi:type="dcterms:W3CDTF">2026-04-28T20:11:26Z</dcterms:created>
  <dcterms:modified xsi:type="dcterms:W3CDTF">2026-04-28T21:07:13Z</dcterms:modified>
</cp:coreProperties>
</file>